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94836-E221-4A56-8D16-69CBA989E157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FB3CF-A460-456B-829F-A102C6657C9E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4891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7447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207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9883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065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5743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1407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6039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672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394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348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67099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2697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0394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5747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5564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GB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23-5-2025 13:12:27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1335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54420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6313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8433-CFE8-4517-B44B-976FE39A3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D1E34-0536-427A-A0AC-3CE8BFB99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9C8C-DEFA-4ACC-A9CA-1C327D6B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889F6-3B25-42D9-952C-06C84594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5FBDC-40D0-4CC9-A951-02C833F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556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fld id="{C983EECC-A30E-4607-A8A0-CACD6F0C70E5}" type="slidenum">
              <a:rPr lang="de-AT" smtClean="0"/>
              <a:t>‹#›</a:t>
            </a:fld>
            <a:endParaRPr lang="de-AT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de-AT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fld id="{EFF7CE43-F05D-43B2-87B4-B3D40FA26B31}" type="datetimeFigureOut">
              <a:rPr lang="de-AT" smtClean="0"/>
              <a:t>23.05.2025</a:t>
            </a:fld>
            <a:endParaRPr lang="de-AT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>
            <p:custDataLst>
              <p:tags r:id="rId24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4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6B44E22-3B08-4F69-86BA-562D525E83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55D10-3CBE-4366-918D-2520FA9BA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21F694-60B3-4C42-8722-0858A2CC37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896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392D8A-95A3-4F2D-B2EF-EE504BDD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M6225A S1_SIMU Stacked Map 103, CONT_RF2_TO_GND</a:t>
            </a:r>
          </a:p>
        </p:txBody>
      </p:sp>
      <p:pic>
        <p:nvPicPr>
          <p:cNvPr id="2050" name="Picture 2" descr="003__i_M6225A_S1_SIMU_Stacked_Map_103_CONT_RF2_TO_GND.png">
            <a:extLst>
              <a:ext uri="{FF2B5EF4-FFF2-40B4-BE49-F238E27FC236}">
                <a16:creationId xmlns:a16="http://schemas.microsoft.com/office/drawing/2014/main" id="{E457411E-5C64-4A12-AEC0-7D9BDD178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06" y="1175822"/>
            <a:ext cx="5607770" cy="488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18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4880-A5CD-4D2E-A4B3-2B85A5E2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53929"/>
            <a:ext cx="10430050" cy="1328996"/>
          </a:xfrm>
        </p:spPr>
        <p:txBody>
          <a:bodyPr/>
          <a:lstStyle/>
          <a:p>
            <a:r>
              <a:rPr lang="nl-NL" b="0" dirty="0"/>
              <a:t>022__i_M6225A_S1_SIMU_Part_Histogram_817_COFF_RF3_1880M</a:t>
            </a:r>
            <a:br>
              <a:rPr lang="nl-NL" b="0" dirty="0"/>
            </a:br>
            <a:br>
              <a:rPr lang="nl-NL" dirty="0"/>
            </a:br>
            <a:endParaRPr lang="nl-NL" dirty="0"/>
          </a:p>
        </p:txBody>
      </p:sp>
      <p:pic>
        <p:nvPicPr>
          <p:cNvPr id="3074" name="Picture 2" descr="022__i_M6225A_S1_SIMU_Part_Histogram_817_COFF_RF3_1880M.png">
            <a:extLst>
              <a:ext uri="{FF2B5EF4-FFF2-40B4-BE49-F238E27FC236}">
                <a16:creationId xmlns:a16="http://schemas.microsoft.com/office/drawing/2014/main" id="{6E05F71F-3F40-4563-AFC3-1305D3BA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957" y="1409338"/>
            <a:ext cx="6397707" cy="47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787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.INTEGRATIONS.LOCALMASTER" val="{&quot;path&quot;:null,&quot;elementId&quot;:&quot;f8120ca7-cceb-428f-a7d0-f20ce9397e1b&quot;,&quot;elementName&quot;:null,&quot;databaseId&quot;:&quot;FDE84254-54DB-49E3-9A0E-CDE72035D530&quot;,&quot;timeStamp&quot;:&quot;2023-05-13T07:12:22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Words>36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 Unicode MS</vt:lpstr>
      <vt:lpstr>Arial</vt:lpstr>
      <vt:lpstr>Calibri</vt:lpstr>
      <vt:lpstr>Infineon 16:9</vt:lpstr>
      <vt:lpstr>PowerPoint Presentation</vt:lpstr>
      <vt:lpstr>M6225A S1_SIMU Stacked Map 103, CONT_RF2_TO_GND</vt:lpstr>
      <vt:lpstr>022__i_M6225A_S1_SIMU_Part_Histogram_817_COFF_RF3_1880M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Get together</dc:title>
  <dc:creator>Valenti Eloise (DES DTP DDA WA)</dc:creator>
  <cp:lastModifiedBy>Talluri Bhagath (IFH PSS RFS RFC D)</cp:lastModifiedBy>
  <cp:revision>48</cp:revision>
  <dcterms:created xsi:type="dcterms:W3CDTF">2025-04-30T10:36:49Z</dcterms:created>
  <dcterms:modified xsi:type="dcterms:W3CDTF">2025-05-23T11:15:09Z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2025-04-30 10:36:50Z</vt:lpwstr>
  </property>
  <property fmtid="{D5CDD505-2E9C-101B-9397-08002B2CF9AE}" pid="4" name="MSIP_Label_a15a25aa-e944-415d-b7a7-40f6b9180b6b_Method">
    <vt:lpwstr>Privileged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9b528ae3-f4b2-4b33-a1df-0b21f57e5473</vt:lpwstr>
  </property>
  <property fmtid="{D5CDD505-2E9C-101B-9397-08002B2CF9AE}" pid="8" name="MSIP_Label_a15a25aa-e944-415d-b7a7-40f6b9180b6b_ContentBits">
    <vt:lpwstr>0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-1</vt:i4>
  </property>
  <property fmtid="{D5CDD505-2E9C-101B-9397-08002B2CF9AE}" pid="14" name="empower.integration.Classification.FooterDate">
    <vt:filetime>2025-05-23T11:12:27Z</vt:filetime>
  </property>
  <property fmtid="{D5CDD505-2E9C-101B-9397-08002B2CF9AE}" pid="15" name="empower.integration.Classification.DateFormat">
    <vt:lpwstr/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false</vt:bool>
  </property>
</Properties>
</file>